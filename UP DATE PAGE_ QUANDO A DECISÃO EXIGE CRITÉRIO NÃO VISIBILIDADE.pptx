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41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72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6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72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5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68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901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36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41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47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616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1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41A86-A973-420E-81DF-8FBFEDEFE958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11A3B-B54B-46A0-9847-3C217DD15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83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16194" b="6114"/>
          <a:stretch/>
        </p:blipFill>
        <p:spPr>
          <a:xfrm>
            <a:off x="-339906" y="-61253"/>
            <a:ext cx="13011150" cy="5683348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76474" y="3948747"/>
            <a:ext cx="4651718" cy="1655762"/>
          </a:xfrm>
        </p:spPr>
        <p:txBody>
          <a:bodyPr>
            <a:normAutofit/>
          </a:bodyPr>
          <a:lstStyle/>
          <a:p>
            <a:pPr algn="l"/>
            <a:r>
              <a:rPr lang="pt-BR" sz="1400" b="1" dirty="0" smtClean="0">
                <a:solidFill>
                  <a:srgbClr val="FF0000"/>
                </a:solidFill>
              </a:rPr>
              <a:t>O QUE PROTEGEMOS</a:t>
            </a:r>
          </a:p>
          <a:p>
            <a:pPr algn="l"/>
            <a:r>
              <a:rPr lang="pt-BR" sz="1400" dirty="0" smtClean="0">
                <a:solidFill>
                  <a:srgbClr val="FF0000"/>
                </a:solidFill>
              </a:rPr>
              <a:t>Protegemos pessoas, contextos e decisões.</a:t>
            </a:r>
          </a:p>
          <a:p>
            <a:pPr algn="l"/>
            <a:r>
              <a:rPr lang="pt-BR" sz="1400" dirty="0" smtClean="0">
                <a:solidFill>
                  <a:srgbClr val="FF0000"/>
                </a:solidFill>
              </a:rPr>
              <a:t>Em processos críticos, preservar reputações, relações internas e a estabilidade organizacional é tão importante quanto escolher o executivo certo.</a:t>
            </a:r>
          </a:p>
          <a:p>
            <a:endParaRPr lang="pt-BR" dirty="0"/>
          </a:p>
        </p:txBody>
      </p:sp>
      <p:sp>
        <p:nvSpPr>
          <p:cNvPr id="5" name="Retângulo Arredondado 4"/>
          <p:cNvSpPr/>
          <p:nvPr/>
        </p:nvSpPr>
        <p:spPr>
          <a:xfrm>
            <a:off x="6357718" y="3919904"/>
            <a:ext cx="4825218" cy="1547446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6305550" y="5734050"/>
            <a:ext cx="5347041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 smtClean="0"/>
              <a:t>Itamar, acresci em vermelho para dar </a:t>
            </a:r>
            <a:r>
              <a:rPr lang="pt-BR" dirty="0" err="1" smtClean="0"/>
              <a:t>equilibrio</a:t>
            </a:r>
            <a:r>
              <a:rPr lang="pt-BR" dirty="0" smtClean="0"/>
              <a:t> à </a:t>
            </a:r>
            <a:r>
              <a:rPr lang="pt-BR" dirty="0" err="1" smtClean="0"/>
              <a:t>page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sp>
        <p:nvSpPr>
          <p:cNvPr id="8" name="Seta Entalhada para a Direita 7"/>
          <p:cNvSpPr/>
          <p:nvPr/>
        </p:nvSpPr>
        <p:spPr>
          <a:xfrm rot="19025342">
            <a:off x="12773" y="5124449"/>
            <a:ext cx="1123950" cy="32385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0" y="5829300"/>
            <a:ext cx="472860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 smtClean="0"/>
              <a:t>Esse efeito e cor só aparecem neste box.....</a:t>
            </a:r>
          </a:p>
          <a:p>
            <a:r>
              <a:rPr lang="pt-BR" dirty="0" smtClean="0"/>
              <a:t>Achei que fica fora do contexto de todo o site.....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46789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</dc:creator>
  <cp:lastModifiedBy>RICARDO</cp:lastModifiedBy>
  <cp:revision>2</cp:revision>
  <dcterms:created xsi:type="dcterms:W3CDTF">2026-01-15T18:12:33Z</dcterms:created>
  <dcterms:modified xsi:type="dcterms:W3CDTF">2026-01-15T18:13:30Z</dcterms:modified>
</cp:coreProperties>
</file>