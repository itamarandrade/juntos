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B8ECB-71DB-44F5-96EF-0BBD8224BB2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9F2F-FF6D-4C35-AECC-67216CFA62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3863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B8ECB-71DB-44F5-96EF-0BBD8224BB2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9F2F-FF6D-4C35-AECC-67216CFA62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362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B8ECB-71DB-44F5-96EF-0BBD8224BB2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9F2F-FF6D-4C35-AECC-67216CFA62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2572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B8ECB-71DB-44F5-96EF-0BBD8224BB2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9F2F-FF6D-4C35-AECC-67216CFA62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804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B8ECB-71DB-44F5-96EF-0BBD8224BB2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9F2F-FF6D-4C35-AECC-67216CFA62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377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B8ECB-71DB-44F5-96EF-0BBD8224BB2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9F2F-FF6D-4C35-AECC-67216CFA62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093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B8ECB-71DB-44F5-96EF-0BBD8224BB2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9F2F-FF6D-4C35-AECC-67216CFA62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4747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B8ECB-71DB-44F5-96EF-0BBD8224BB2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9F2F-FF6D-4C35-AECC-67216CFA62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3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B8ECB-71DB-44F5-96EF-0BBD8224BB2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9F2F-FF6D-4C35-AECC-67216CFA62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755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B8ECB-71DB-44F5-96EF-0BBD8224BB2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9F2F-FF6D-4C35-AECC-67216CFA62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465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B8ECB-71DB-44F5-96EF-0BBD8224BB2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9F2F-FF6D-4C35-AECC-67216CFA62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7760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B8ECB-71DB-44F5-96EF-0BBD8224BB2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E9F2F-FF6D-4C35-AECC-67216CFA62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68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Arredondado 4"/>
          <p:cNvSpPr/>
          <p:nvPr/>
        </p:nvSpPr>
        <p:spPr>
          <a:xfrm>
            <a:off x="2413920" y="2293257"/>
            <a:ext cx="6555908" cy="32802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2797790" y="2459195"/>
            <a:ext cx="538621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  BENEFÍCIOS TANGÍVEIS</a:t>
            </a:r>
          </a:p>
          <a:p>
            <a:endParaRPr lang="pt-BR" dirty="0"/>
          </a:p>
          <a:p>
            <a:r>
              <a:rPr lang="pt-BR" dirty="0" smtClean="0"/>
              <a:t> - Redução </a:t>
            </a:r>
            <a:r>
              <a:rPr lang="pt-BR" dirty="0"/>
              <a:t>de risco político em sucessões de </a:t>
            </a:r>
            <a:r>
              <a:rPr lang="pt-BR" dirty="0" smtClean="0"/>
              <a:t>C‑ </a:t>
            </a:r>
            <a:r>
              <a:rPr lang="pt-BR" dirty="0" err="1" smtClean="0"/>
              <a:t>Level</a:t>
            </a:r>
            <a:r>
              <a:rPr lang="pt-BR" dirty="0" smtClean="0"/>
              <a:t> </a:t>
            </a:r>
            <a:r>
              <a:rPr lang="pt-BR" dirty="0"/>
              <a:t>e </a:t>
            </a:r>
            <a:endParaRPr lang="pt-BR" dirty="0" smtClean="0"/>
          </a:p>
          <a:p>
            <a:r>
              <a:rPr lang="pt-BR" dirty="0"/>
              <a:t> </a:t>
            </a:r>
            <a:r>
              <a:rPr lang="pt-BR" dirty="0" smtClean="0"/>
              <a:t>  posições </a:t>
            </a:r>
            <a:r>
              <a:rPr lang="pt-BR" dirty="0"/>
              <a:t>críticas, com condução 100% confidencial</a:t>
            </a:r>
            <a:r>
              <a:rPr lang="pt-BR" dirty="0" smtClean="0"/>
              <a:t>.</a:t>
            </a:r>
          </a:p>
          <a:p>
            <a:r>
              <a:rPr lang="pt-BR" dirty="0" smtClean="0"/>
              <a:t>​</a:t>
            </a:r>
            <a:endParaRPr lang="pt-BR" dirty="0"/>
          </a:p>
          <a:p>
            <a:pPr marL="285750" indent="-285750">
              <a:buFontTx/>
              <a:buChar char="-"/>
            </a:pPr>
            <a:r>
              <a:rPr lang="pt-BR" dirty="0" smtClean="0"/>
              <a:t>Proteção </a:t>
            </a:r>
            <a:r>
              <a:rPr lang="pt-BR" dirty="0"/>
              <a:t>da relação com conselho e acionistas, com </a:t>
            </a:r>
            <a:endParaRPr lang="pt-BR" dirty="0" smtClean="0"/>
          </a:p>
          <a:p>
            <a:r>
              <a:rPr lang="pt-BR" dirty="0"/>
              <a:t> </a:t>
            </a:r>
            <a:r>
              <a:rPr lang="pt-BR" dirty="0" smtClean="0"/>
              <a:t>    governança </a:t>
            </a:r>
            <a:r>
              <a:rPr lang="pt-BR" dirty="0"/>
              <a:t>clara em cada etapa do mandato.</a:t>
            </a:r>
            <a:r>
              <a:rPr lang="pt-BR" dirty="0" smtClean="0"/>
              <a:t>​</a:t>
            </a:r>
          </a:p>
          <a:p>
            <a:endParaRPr lang="pt-BR" dirty="0"/>
          </a:p>
          <a:p>
            <a:pPr marL="285750" indent="-285750">
              <a:buFontTx/>
              <a:buChar char="-"/>
            </a:pPr>
            <a:r>
              <a:rPr lang="pt-BR" dirty="0" smtClean="0"/>
              <a:t>Tempo </a:t>
            </a:r>
            <a:r>
              <a:rPr lang="pt-BR" dirty="0"/>
              <a:t>de preenchimento encurtado com acesso </a:t>
            </a:r>
            <a:endParaRPr lang="pt-BR" dirty="0" smtClean="0"/>
          </a:p>
          <a:p>
            <a:r>
              <a:rPr lang="pt-BR" dirty="0"/>
              <a:t> </a:t>
            </a:r>
            <a:r>
              <a:rPr lang="pt-BR" dirty="0" smtClean="0"/>
              <a:t>     direto </a:t>
            </a:r>
            <a:r>
              <a:rPr lang="pt-BR" dirty="0"/>
              <a:t>a líderes já prontos para transição.​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1233714" y="609600"/>
            <a:ext cx="9998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Itamar bom dia. Essa peça é para ser inserida na página </a:t>
            </a:r>
            <a:r>
              <a:rPr lang="pt-BR" dirty="0"/>
              <a:t>“Decisões de liderança não são públicas</a:t>
            </a:r>
            <a:r>
              <a:rPr lang="pt-BR" dirty="0" smtClean="0"/>
              <a:t>”, abaixo </a:t>
            </a:r>
          </a:p>
          <a:p>
            <a:r>
              <a:rPr lang="pt-BR" dirty="0"/>
              <a:t>d</a:t>
            </a:r>
            <a:r>
              <a:rPr lang="pt-BR" dirty="0" smtClean="0"/>
              <a:t>a peça MANDATOS TÍPICOS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4917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RICARDO</dc:creator>
  <cp:lastModifiedBy>RICARDO</cp:lastModifiedBy>
  <cp:revision>1</cp:revision>
  <dcterms:created xsi:type="dcterms:W3CDTF">2026-01-14T15:08:24Z</dcterms:created>
  <dcterms:modified xsi:type="dcterms:W3CDTF">2026-01-14T15:09:28Z</dcterms:modified>
</cp:coreProperties>
</file>